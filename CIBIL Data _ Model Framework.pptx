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a08a4f40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a08a4f40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a08a4f40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a08a4f40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a08a4f40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a08a4f40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a08a4f40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a08a4f40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a08a4f40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a08a4f40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a08a4f40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fa08a4f40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a08a4f40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a08a4f40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CIBIL 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and Model Framework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48730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Overview of CIBIL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challenges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Framework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40392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CIBIL 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27238" y="1441575"/>
            <a:ext cx="3833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credit information database that can be utilized to make decisions about lending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Consumers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200"/>
              <a:t>retail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Commercial Entities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200"/>
              <a:t>companies, proprietorships &amp; partnerships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442050" y="1441575"/>
            <a:ext cx="4473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Borrower demographics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Related Parties of the borrowers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Borrower as a guarantor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Repayment behaviour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Frequency of credit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Collaterals used &amp; its valuation</a:t>
            </a:r>
            <a:endParaRPr sz="1200"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4442075" y="445025"/>
            <a:ext cx="4473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constitutes CIBIL data?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002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fit with CW offerings?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Augment private data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CIBIL provides information about the borrowers with other lenders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Augment non-financial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Brings a flavour of financial / transactional info on Non-MCA entities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Standalone off-the-shelf offerings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Subject to data </a:t>
            </a:r>
            <a:r>
              <a:rPr lang="en"/>
              <a:t>availability in the required versions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4568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 sharing is voluntary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 availability and completeness is at the mercy of lending institutions sharing 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 quality issues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Inconsistencies in the data presented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Rates &amp; Coverage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